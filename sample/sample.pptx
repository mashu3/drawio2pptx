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334500" cy="65722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drawio2pptx:connector:GStdcLXKth4fSFfuQepI-7:seg:0"/>
          <p:cNvCxnSpPr/>
          <p:nvPr/>
        </p:nvCxnSpPr>
        <p:spPr>
          <a:xfrm>
            <a:off x="4476750" y="3143250"/>
            <a:ext cx="857250" cy="0"/>
          </a:xfrm>
          <a:prstGeom prst="line">
            <a:avLst/>
          </a:prstGeom>
          <a:ln w="47625">
            <a:solidFill>
              <a:srgbClr val="000000"/>
            </a:solidFill>
            <a:headEnd type="diamond" w="sm" len="sm"/>
            <a:tailEnd type="oval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rawio2pptx:shape:GStdcLXKth4fSFfuQepI-1"/>
          <p:cNvSpPr/>
          <p:nvPr/>
        </p:nvSpPr>
        <p:spPr>
          <a:xfrm>
            <a:off x="3333750" y="2857500"/>
            <a:ext cx="1143000" cy="571500"/>
          </a:xfrm>
          <a:prstGeom prst="rect">
            <a:avLst/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000000"/>
                </a:solidFill>
                <a:latin typeface="Helvetica"/>
              </a:rPr>
              <a:t>sample</a:t>
            </a:r>
          </a:p>
        </p:txBody>
      </p:sp>
      <p:cxnSp>
        <p:nvCxnSpPr>
          <p:cNvPr id="4" name="drawio2pptx:connector:GStdcLXKth4fSFfuQepI-8:seg:0"/>
          <p:cNvCxnSpPr/>
          <p:nvPr/>
        </p:nvCxnSpPr>
        <p:spPr>
          <a:xfrm>
            <a:off x="4506515" y="4191000"/>
            <a:ext cx="827485" cy="0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drawio2pptx:marker:open-oval:GStdcLXKth4fSFfuQepI-8:start"/>
          <p:cNvSpPr/>
          <p:nvPr/>
        </p:nvSpPr>
        <p:spPr>
          <a:xfrm>
            <a:off x="4442221" y="4156471"/>
            <a:ext cx="69056" cy="69056"/>
          </a:xfrm>
          <a:prstGeom prst="ellipse">
            <a:avLst/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rawio2pptx:shape:GStdcLXKth4fSFfuQepI-3"/>
          <p:cNvSpPr/>
          <p:nvPr/>
        </p:nvSpPr>
        <p:spPr>
          <a:xfrm>
            <a:off x="3333750" y="3810000"/>
            <a:ext cx="1143000" cy="762000"/>
          </a:xfrm>
          <a:prstGeom prst="ellipse">
            <a:avLst/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000000"/>
                </a:solidFill>
                <a:latin typeface="Helvetica"/>
              </a:rPr>
              <a:t>sample</a:t>
            </a:r>
          </a:p>
        </p:txBody>
      </p:sp>
      <p:cxnSp>
        <p:nvCxnSpPr>
          <p:cNvPr id="7" name="drawio2pptx:connector:GStdcLXKth4fSFfuQepI-12:seg:0"/>
          <p:cNvCxnSpPr/>
          <p:nvPr/>
        </p:nvCxnSpPr>
        <p:spPr>
          <a:xfrm>
            <a:off x="6096000" y="4190999"/>
            <a:ext cx="571500" cy="0"/>
          </a:xfrm>
          <a:prstGeom prst="line">
            <a:avLst/>
          </a:prstGeom>
          <a:ln w="952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drawio2pptx:connector:GStdcLXKth4fSFfuQepI-12:seg:1"/>
          <p:cNvCxnSpPr/>
          <p:nvPr/>
        </p:nvCxnSpPr>
        <p:spPr>
          <a:xfrm flipV="1">
            <a:off x="6667500" y="3143250"/>
            <a:ext cx="0" cy="1047749"/>
          </a:xfrm>
          <a:prstGeom prst="line">
            <a:avLst/>
          </a:prstGeom>
          <a:ln w="952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drawio2pptx:connector:GStdcLXKth4fSFfuQepI-12:seg:2"/>
          <p:cNvCxnSpPr/>
          <p:nvPr/>
        </p:nvCxnSpPr>
        <p:spPr>
          <a:xfrm flipH="1">
            <a:off x="6096000" y="3143250"/>
            <a:ext cx="571500" cy="0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rawio2pptx:shape:GStdcLXKth4fSFfuQepI-5"/>
          <p:cNvSpPr/>
          <p:nvPr/>
        </p:nvSpPr>
        <p:spPr>
          <a:xfrm>
            <a:off x="5334000" y="3810000"/>
            <a:ext cx="762000" cy="7620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000000"/>
                </a:solidFill>
                <a:latin typeface="Helvetica"/>
              </a:rPr>
              <a:t>sample</a:t>
            </a:r>
          </a:p>
        </p:txBody>
      </p:sp>
      <p:sp>
        <p:nvSpPr>
          <p:cNvPr id="11" name="drawio2pptx:shape:GStdcLXKth4fSFfuQepI-9"/>
          <p:cNvSpPr/>
          <p:nvPr/>
        </p:nvSpPr>
        <p:spPr>
          <a:xfrm>
            <a:off x="3524250" y="5619750"/>
            <a:ext cx="762000" cy="762000"/>
          </a:xfrm>
          <a:prstGeom prst="diamond">
            <a:avLst/>
          </a:prstGeom>
          <a:solidFill>
            <a:srgbClr val="FFFFFF"/>
          </a:solidFill>
          <a:ln w="95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000000"/>
                </a:solidFill>
                <a:latin typeface="Helvetica"/>
              </a:rPr>
              <a:t>diamond</a:t>
            </a:r>
          </a:p>
        </p:txBody>
      </p:sp>
      <p:cxnSp>
        <p:nvCxnSpPr>
          <p:cNvPr id="12" name="drawio2pptx:connector:GStdcLXKth4fSFfuQepI-11:seg:0"/>
          <p:cNvCxnSpPr/>
          <p:nvPr/>
        </p:nvCxnSpPr>
        <p:spPr>
          <a:xfrm flipH="1">
            <a:off x="3905250" y="5381625"/>
            <a:ext cx="1095375" cy="0"/>
          </a:xfrm>
          <a:prstGeom prst="line">
            <a:avLst/>
          </a:prstGeom>
          <a:ln w="952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drawio2pptx:connector:GStdcLXKth4fSFfuQepI-11:seg:1"/>
          <p:cNvCxnSpPr/>
          <p:nvPr/>
        </p:nvCxnSpPr>
        <p:spPr>
          <a:xfrm flipV="1">
            <a:off x="3905250" y="4572000"/>
            <a:ext cx="0" cy="809625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drawio2pptx:connector:GStdcLXKth4fSFfuQepI-13:seg:0"/>
          <p:cNvCxnSpPr/>
          <p:nvPr/>
        </p:nvCxnSpPr>
        <p:spPr>
          <a:xfrm>
            <a:off x="6048375" y="5381625"/>
            <a:ext cx="619125" cy="0"/>
          </a:xfrm>
          <a:prstGeom prst="line">
            <a:avLst/>
          </a:prstGeom>
          <a:ln w="952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drawio2pptx:connector:GStdcLXKth4fSFfuQepI-13:seg:1"/>
          <p:cNvCxnSpPr/>
          <p:nvPr/>
        </p:nvCxnSpPr>
        <p:spPr>
          <a:xfrm flipV="1">
            <a:off x="6667500" y="3143250"/>
            <a:ext cx="0" cy="2238375"/>
          </a:xfrm>
          <a:prstGeom prst="line">
            <a:avLst/>
          </a:prstGeom>
          <a:ln w="952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drawio2pptx:connector:GStdcLXKth4fSFfuQepI-13:seg:2"/>
          <p:cNvCxnSpPr/>
          <p:nvPr/>
        </p:nvCxnSpPr>
        <p:spPr>
          <a:xfrm flipH="1">
            <a:off x="6096000" y="3143250"/>
            <a:ext cx="571500" cy="0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rawio2pptx:shape:GStdcLXKth4fSFfuQepI-10"/>
          <p:cNvSpPr/>
          <p:nvPr/>
        </p:nvSpPr>
        <p:spPr>
          <a:xfrm>
            <a:off x="4953000" y="5143500"/>
            <a:ext cx="1143000" cy="476250"/>
          </a:xfrm>
          <a:prstGeom prst="parallelogram">
            <a:avLst>
              <a:gd name="adj" fmla="val 20000"/>
            </a:avLst>
          </a:prstGeom>
          <a:noFill/>
          <a:ln w="9525">
            <a:solidFill>
              <a:srgbClr val="333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u="none">
                <a:solidFill>
                  <a:srgbClr val="000000"/>
                </a:solidFill>
                <a:latin typeface="Helvetica"/>
              </a:rPr>
              <a:t>parallelogram</a:t>
            </a:r>
          </a:p>
        </p:txBody>
      </p:sp>
      <p:sp>
        <p:nvSpPr>
          <p:cNvPr id="18" name="drawio2pptx:shape:GStdcLXKth4fSFfuQepI-4"/>
          <p:cNvSpPr/>
          <p:nvPr/>
        </p:nvSpPr>
        <p:spPr>
          <a:xfrm>
            <a:off x="5334000" y="2762250"/>
            <a:ext cx="7620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000000"/>
                </a:solidFill>
                <a:latin typeface="Helvetica"/>
              </a:rPr>
              <a:t>sample</a:t>
            </a:r>
          </a:p>
        </p:txBody>
      </p:sp>
      <p:sp>
        <p:nvSpPr>
          <p:cNvPr id="19" name="drawio2pptx:shape:fYnb-Lad83hC8_SQXFiI-1"/>
          <p:cNvSpPr/>
          <p:nvPr/>
        </p:nvSpPr>
        <p:spPr>
          <a:xfrm>
            <a:off x="6858000" y="2667000"/>
            <a:ext cx="1143000" cy="1524000"/>
          </a:xfrm>
          <a:prstGeom prst="can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000000"/>
                </a:solidFill>
                <a:highlight>
                  <a:srgbClr val="FF0000"/>
                </a:highlight>
                <a:latin typeface="Helvetica"/>
              </a:rPr>
              <a:t>Cylinder</a:t>
            </a:r>
          </a:p>
        </p:txBody>
      </p:sp>
      <p:sp>
        <p:nvSpPr>
          <p:cNvPr id="20" name="drawio2pptx:shape:fYnb-Lad83hC8_SQXFiI-2"/>
          <p:cNvSpPr/>
          <p:nvPr/>
        </p:nvSpPr>
        <p:spPr>
          <a:xfrm>
            <a:off x="381000" y="1143000"/>
            <a:ext cx="1143000" cy="762000"/>
          </a:xfrm>
          <a:prstGeom prst="flowChartDocument">
            <a:avLst/>
          </a:prstGeom>
          <a:solidFill>
            <a:srgbClr val="FF3333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000000"/>
                </a:solidFill>
                <a:latin typeface="Helvetica"/>
              </a:rPr>
              <a:t>Document</a:t>
            </a:r>
          </a:p>
        </p:txBody>
      </p:sp>
      <p:sp>
        <p:nvSpPr>
          <p:cNvPr id="21" name="drawio2pptx:shape:fYnb-Lad83hC8_SQXFiI-3"/>
          <p:cNvSpPr/>
          <p:nvPr/>
        </p:nvSpPr>
        <p:spPr>
          <a:xfrm>
            <a:off x="285750" y="190500"/>
            <a:ext cx="1143000" cy="762000"/>
          </a:xfrm>
          <a:prstGeom prst="cloud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rawio2pptx:shape:fYnb-Lad83hC8_SQXFiI-4"/>
          <p:cNvSpPr/>
          <p:nvPr/>
        </p:nvSpPr>
        <p:spPr>
          <a:xfrm>
            <a:off x="5334000" y="857250"/>
            <a:ext cx="1143000" cy="571500"/>
          </a:xfrm>
          <a:prstGeom prst="trapezoid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rawio2pptx:shape:fYnb-Lad83hC8_SQXFiI-5"/>
          <p:cNvSpPr/>
          <p:nvPr/>
        </p:nvSpPr>
        <p:spPr>
          <a:xfrm>
            <a:off x="381000" y="2095500"/>
            <a:ext cx="1143000" cy="952500"/>
          </a:xfrm>
          <a:prstGeom prst="flowChartPunchedTape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rawio2pptx:shape:fYnb-Lad83hC8_SQXFiI-6"/>
          <p:cNvSpPr/>
          <p:nvPr/>
        </p:nvSpPr>
        <p:spPr>
          <a:xfrm>
            <a:off x="6858000" y="4381500"/>
            <a:ext cx="1143000" cy="762000"/>
          </a:xfrm>
          <a:prstGeom prst="flowChartOnlineStorage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rawio2pptx:shape:fYnb-Lad83hC8_SQXFiI-7"/>
          <p:cNvSpPr/>
          <p:nvPr/>
        </p:nvSpPr>
        <p:spPr>
          <a:xfrm>
            <a:off x="3810000" y="1714500"/>
            <a:ext cx="1143000" cy="762000"/>
          </a:xfrm>
          <a:prstGeom prst="hexagon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drawio2pptx:connector:fYnb-Lad83hC8_SQXFiI-18:seg:0"/>
          <p:cNvCxnSpPr/>
          <p:nvPr/>
        </p:nvCxnSpPr>
        <p:spPr>
          <a:xfrm>
            <a:off x="7143750" y="1333500"/>
            <a:ext cx="0" cy="285750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drawio2pptx:connector:fYnb-Lad83hC8_SQXFiI-19:seg:0"/>
          <p:cNvCxnSpPr/>
          <p:nvPr/>
        </p:nvCxnSpPr>
        <p:spPr>
          <a:xfrm>
            <a:off x="7715250" y="1333500"/>
            <a:ext cx="0" cy="285750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drawio2pptx:shape:fYnb-Lad83hC8_SQXFiI-8"/>
          <p:cNvSpPr/>
          <p:nvPr/>
        </p:nvSpPr>
        <p:spPr>
          <a:xfrm>
            <a:off x="6858000" y="762000"/>
            <a:ext cx="1143000" cy="571500"/>
          </a:xfrm>
          <a:prstGeom prst="flowChartPredefinedProcess">
            <a:avLst/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rawio2pptx:shape:fYnb-Lad83hC8_SQXFiI-10"/>
          <p:cNvSpPr/>
          <p:nvPr/>
        </p:nvSpPr>
        <p:spPr>
          <a:xfrm>
            <a:off x="5238750" y="1619250"/>
            <a:ext cx="952500" cy="857250"/>
          </a:xfrm>
          <a:prstGeom prst="pentagon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rawio2pptx:shape:fYnb-Lad83hC8_SQXFiI-12"/>
          <p:cNvSpPr/>
          <p:nvPr/>
        </p:nvSpPr>
        <p:spPr>
          <a:xfrm>
            <a:off x="3905250" y="476250"/>
            <a:ext cx="952500" cy="952500"/>
          </a:xfrm>
          <a:prstGeom prst="octagon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rawio2pptx:shape:fYnb-Lad83hC8_SQXFiI-14"/>
          <p:cNvSpPr/>
          <p:nvPr/>
        </p:nvSpPr>
        <p:spPr>
          <a:xfrm>
            <a:off x="5619750" y="5667375"/>
            <a:ext cx="952500" cy="666750"/>
          </a:xfrm>
          <a:prstGeom prst="triangle">
            <a:avLst/>
          </a:prstGeom>
          <a:solidFill>
            <a:srgbClr val="FFFFFF"/>
          </a:solidFill>
          <a:ln w="9525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rawio2pptx:shape:fYnb-Lad83hC8_SQXFiI-16"/>
          <p:cNvSpPr/>
          <p:nvPr/>
        </p:nvSpPr>
        <p:spPr>
          <a:xfrm>
            <a:off x="4476750" y="5667375"/>
            <a:ext cx="952500" cy="666750"/>
          </a:xfrm>
          <a:prstGeom prst="rtTriangle">
            <a:avLst/>
          </a:prstGeom>
          <a:noFill/>
          <a:ln w="9525">
            <a:solidFill>
              <a:srgbClr val="7F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drawio2pptx:shape:fYnb-Lad83hC8_SQXFiI-17"/>
          <p:cNvSpPr/>
          <p:nvPr/>
        </p:nvSpPr>
        <p:spPr>
          <a:xfrm>
            <a:off x="6858000" y="1619250"/>
            <a:ext cx="1143000" cy="762000"/>
          </a:xfrm>
          <a:prstGeom prst="flowChartInternalStorage">
            <a:avLst/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rawio2pptx:shape:fYnb-Lad83hC8_SQXFiI-20"/>
          <p:cNvSpPr/>
          <p:nvPr/>
        </p:nvSpPr>
        <p:spPr>
          <a:xfrm>
            <a:off x="190500" y="3429000"/>
            <a:ext cx="952500" cy="952500"/>
          </a:xfrm>
          <a:prstGeom prst="star4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rawio2pptx:shape:fYnb-Lad83hC8_SQXFiI-21"/>
          <p:cNvSpPr/>
          <p:nvPr/>
        </p:nvSpPr>
        <p:spPr>
          <a:xfrm>
            <a:off x="1143000" y="3476625"/>
            <a:ext cx="952500" cy="857250"/>
          </a:xfrm>
          <a:prstGeom prst="star6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rawio2pptx:shape:fYnb-Lad83hC8_SQXFiI-22"/>
          <p:cNvSpPr/>
          <p:nvPr/>
        </p:nvSpPr>
        <p:spPr>
          <a:xfrm>
            <a:off x="1143000" y="4572000"/>
            <a:ext cx="952500" cy="952500"/>
          </a:xfrm>
          <a:prstGeom prst="star8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rawio2pptx:shape:fYnb-Lad83hC8_SQXFiI-23"/>
          <p:cNvSpPr/>
          <p:nvPr/>
        </p:nvSpPr>
        <p:spPr>
          <a:xfrm>
            <a:off x="190500" y="4524375"/>
            <a:ext cx="952500" cy="904875"/>
          </a:xfrm>
          <a:prstGeom prst="star5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drawio2pptx:connector:fYnb-Lad83hC8_SQXFiI-27:seg:0"/>
          <p:cNvCxnSpPr/>
          <p:nvPr/>
        </p:nvCxnSpPr>
        <p:spPr>
          <a:xfrm>
            <a:off x="2381250" y="666750"/>
            <a:ext cx="666750" cy="0"/>
          </a:xfrm>
          <a:prstGeom prst="line">
            <a:avLst/>
          </a:prstGeom>
          <a:ln w="952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drawio2pptx:connector:fYnb-Lad83hC8_SQXFiI-27:seg:1"/>
          <p:cNvCxnSpPr/>
          <p:nvPr/>
        </p:nvCxnSpPr>
        <p:spPr>
          <a:xfrm>
            <a:off x="3048000" y="666750"/>
            <a:ext cx="0" cy="1428750"/>
          </a:xfrm>
          <a:prstGeom prst="line">
            <a:avLst/>
          </a:prstGeom>
          <a:ln w="952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drawio2pptx:connector:fYnb-Lad83hC8_SQXFiI-27:seg:2"/>
          <p:cNvCxnSpPr/>
          <p:nvPr/>
        </p:nvCxnSpPr>
        <p:spPr>
          <a:xfrm>
            <a:off x="3048000" y="2095500"/>
            <a:ext cx="762000" cy="0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drawio2pptx:connector:fYnb-Lad83hC8_SQXFiI-29:seg:0"/>
          <p:cNvCxnSpPr/>
          <p:nvPr/>
        </p:nvCxnSpPr>
        <p:spPr>
          <a:xfrm>
            <a:off x="2095500" y="952500"/>
            <a:ext cx="0" cy="2190750"/>
          </a:xfrm>
          <a:prstGeom prst="line">
            <a:avLst/>
          </a:prstGeom>
          <a:ln w="952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drawio2pptx:connector:fYnb-Lad83hC8_SQXFiI-29:seg:1"/>
          <p:cNvCxnSpPr/>
          <p:nvPr/>
        </p:nvCxnSpPr>
        <p:spPr>
          <a:xfrm>
            <a:off x="2095500" y="3143250"/>
            <a:ext cx="1238250" cy="0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drawio2pptx:shape:fYnb-Lad83hC8_SQXFiI-26"/>
          <p:cNvSpPr/>
          <p:nvPr/>
        </p:nvSpPr>
        <p:spPr>
          <a:xfrm>
            <a:off x="1809750" y="381000"/>
            <a:ext cx="571500" cy="571500"/>
          </a:xfrm>
          <a:prstGeom prst="smileyFace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