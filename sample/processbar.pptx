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15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NjAqU9Y5rHBkyYTPuW-a-1"/>
          <p:cNvSpPr/>
          <p:nvPr/>
        </p:nvSpPr>
        <p:spPr>
          <a:xfrm>
            <a:off x="971550" y="1333500"/>
            <a:ext cx="371475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76200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BABABA"/>
                </a:solidFill>
                <a:latin typeface="Helvetica"/>
              </a:rPr>
              <a:t>Process Bar</a:t>
            </a:r>
          </a:p>
        </p:txBody>
      </p:sp>
      <p:sp>
        <p:nvSpPr>
          <p:cNvPr id="3" name="drawio2pptx:shape:NjAqU9Y5rHBkyYTPuW-a-2"/>
          <p:cNvSpPr/>
          <p:nvPr/>
        </p:nvSpPr>
        <p:spPr>
          <a:xfrm>
            <a:off x="1066800" y="1619250"/>
            <a:ext cx="936307" cy="571500"/>
          </a:xfrm>
          <a:prstGeom prst="chevron">
            <a:avLst>
              <a:gd name="adj" fmla="val 25500"/>
            </a:avLst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6C8EBF"/>
                </a:solidFill>
                <a:latin typeface="Helvetica"/>
              </a:rPr>
              <a:t>Step 1</a:t>
            </a:r>
          </a:p>
        </p:txBody>
      </p:sp>
      <p:sp>
        <p:nvSpPr>
          <p:cNvPr id="4" name="drawio2pptx:shape:NjAqU9Y5rHBkyYTPuW-a-3"/>
          <p:cNvSpPr/>
          <p:nvPr/>
        </p:nvSpPr>
        <p:spPr>
          <a:xfrm>
            <a:off x="1924050" y="1619250"/>
            <a:ext cx="936307" cy="571500"/>
          </a:xfrm>
          <a:prstGeom prst="chevron">
            <a:avLst>
              <a:gd name="adj" fmla="val 25500"/>
            </a:avLst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82B366"/>
                </a:solidFill>
                <a:latin typeface="Helvetica"/>
              </a:rPr>
              <a:t>Step 2</a:t>
            </a:r>
          </a:p>
        </p:txBody>
      </p:sp>
      <p:sp>
        <p:nvSpPr>
          <p:cNvPr id="5" name="drawio2pptx:shape:NjAqU9Y5rHBkyYTPuW-a-4"/>
          <p:cNvSpPr/>
          <p:nvPr/>
        </p:nvSpPr>
        <p:spPr>
          <a:xfrm>
            <a:off x="2781300" y="1619250"/>
            <a:ext cx="936307" cy="571500"/>
          </a:xfrm>
          <a:prstGeom prst="chevron">
            <a:avLst>
              <a:gd name="adj" fmla="val 25500"/>
            </a:avLst>
          </a:prstGeom>
          <a:solidFill>
            <a:srgbClr val="FFF2CC"/>
          </a:solidFill>
          <a:ln w="1905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D6B656"/>
                </a:solidFill>
                <a:latin typeface="Helvetica"/>
              </a:rPr>
              <a:t>Step 3</a:t>
            </a:r>
          </a:p>
        </p:txBody>
      </p:sp>
      <p:sp>
        <p:nvSpPr>
          <p:cNvPr id="6" name="drawio2pptx:shape:NjAqU9Y5rHBkyYTPuW-a-5"/>
          <p:cNvSpPr/>
          <p:nvPr/>
        </p:nvSpPr>
        <p:spPr>
          <a:xfrm>
            <a:off x="3638550" y="1619250"/>
            <a:ext cx="936307" cy="571500"/>
          </a:xfrm>
          <a:prstGeom prst="chevron">
            <a:avLst>
              <a:gd name="adj" fmla="val 25500"/>
            </a:avLst>
          </a:prstGeom>
          <a:solidFill>
            <a:srgbClr val="F8CECC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B85450"/>
                </a:solidFill>
                <a:latin typeface="Helvetica"/>
              </a:rPr>
              <a:t>Step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