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334500" cy="6572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dNxyNK7c78bLwvsdeMH5-19"/>
          <p:cNvSpPr/>
          <p:nvPr/>
        </p:nvSpPr>
        <p:spPr>
          <a:xfrm>
            <a:off x="1143000" y="1143000"/>
            <a:ext cx="4286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vert="vert270" tIns="0" lIns="0" bIns="0" rIns="40957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Pool</a:t>
            </a:r>
          </a:p>
        </p:txBody>
      </p:sp>
      <p:sp>
        <p:nvSpPr>
          <p:cNvPr id="3" name="drawio2pptx:shape:dNxyNK7c78bLwvsdeMH5-20"/>
          <p:cNvSpPr/>
          <p:nvPr/>
        </p:nvSpPr>
        <p:spPr>
          <a:xfrm>
            <a:off x="1333500" y="1143000"/>
            <a:ext cx="4095750" cy="1143000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vert="vert270" tIns="0" lIns="0" bIns="0" rIns="39052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Lane 1</a:t>
            </a:r>
          </a:p>
        </p:txBody>
      </p:sp>
      <p:cxnSp>
        <p:nvCxnSpPr>
          <p:cNvPr id="4" name="drawio2pptx:swimlane-divider:dNxyNK7c78bLwvsdeMH5-20"/>
          <p:cNvCxnSpPr/>
          <p:nvPr/>
        </p:nvCxnSpPr>
        <p:spPr>
          <a:xfrm>
            <a:off x="1524000" y="1143000"/>
            <a:ext cx="0" cy="114300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rawio2pptx:shape:dNxyNK7c78bLwvsdeMH5-21"/>
          <p:cNvSpPr/>
          <p:nvPr/>
        </p:nvSpPr>
        <p:spPr>
          <a:xfrm>
            <a:off x="1333500" y="2286000"/>
            <a:ext cx="4095750" cy="1143000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vert="vert270" tIns="0" lIns="0" bIns="0" rIns="39052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Lane 2</a:t>
            </a:r>
          </a:p>
        </p:txBody>
      </p:sp>
      <p:cxnSp>
        <p:nvCxnSpPr>
          <p:cNvPr id="6" name="drawio2pptx:swimlane-divider:dNxyNK7c78bLwvsdeMH5-21"/>
          <p:cNvCxnSpPr/>
          <p:nvPr/>
        </p:nvCxnSpPr>
        <p:spPr>
          <a:xfrm>
            <a:off x="1524000" y="2286000"/>
            <a:ext cx="0" cy="114300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rawio2pptx:shape:dNxyNK7c78bLwvsdeMH5-22"/>
          <p:cNvSpPr/>
          <p:nvPr/>
        </p:nvSpPr>
        <p:spPr>
          <a:xfrm>
            <a:off x="1333500" y="3429000"/>
            <a:ext cx="4095750" cy="1143000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vert="vert270" tIns="0" lIns="0" bIns="0" rIns="39052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Lane 3</a:t>
            </a:r>
          </a:p>
        </p:txBody>
      </p:sp>
      <p:cxnSp>
        <p:nvCxnSpPr>
          <p:cNvPr id="8" name="drawio2pptx:swimlane-divider:dNxyNK7c78bLwvsdeMH5-22"/>
          <p:cNvCxnSpPr/>
          <p:nvPr/>
        </p:nvCxnSpPr>
        <p:spPr>
          <a:xfrm>
            <a:off x="1524000" y="3429000"/>
            <a:ext cx="0" cy="114300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rawio2pptx:shape:dNxyNK7c78bLwvsdeMH5-23"/>
          <p:cNvSpPr/>
          <p:nvPr/>
        </p:nvSpPr>
        <p:spPr>
          <a:xfrm>
            <a:off x="1714500" y="1524000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rawio2pptx:shape:dNxyNK7c78bLwvsdeMH5-24"/>
          <p:cNvSpPr/>
          <p:nvPr/>
        </p:nvSpPr>
        <p:spPr>
          <a:xfrm>
            <a:off x="2476500" y="1428750"/>
            <a:ext cx="762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drawio2pptx:connector:dNxyNK7c78bLwvsdeMH5-25"/>
          <p:cNvCxnSpPr/>
          <p:nvPr/>
        </p:nvCxnSpPr>
        <p:spPr>
          <a:xfrm>
            <a:off x="2095500" y="1714500"/>
            <a:ext cx="381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rawio2pptx:shape:dNxyNK7c78bLwvsdeMH5-30"/>
          <p:cNvSpPr/>
          <p:nvPr/>
        </p:nvSpPr>
        <p:spPr>
          <a:xfrm>
            <a:off x="3619500" y="1428750"/>
            <a:ext cx="762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rawio2pptx:shape:dNxyNK7c78bLwvsdeMH5-32"/>
          <p:cNvSpPr/>
          <p:nvPr/>
        </p:nvSpPr>
        <p:spPr>
          <a:xfrm>
            <a:off x="4762500" y="1524000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drawio2pptx:connector:dNxyNK7c78bLwvsdeMH5-33"/>
          <p:cNvCxnSpPr/>
          <p:nvPr/>
        </p:nvCxnSpPr>
        <p:spPr>
          <a:xfrm>
            <a:off x="4381500" y="1714500"/>
            <a:ext cx="381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rawio2pptx:shape:dNxyNK7c78bLwvsdeMH5-26"/>
          <p:cNvSpPr/>
          <p:nvPr/>
        </p:nvSpPr>
        <p:spPr>
          <a:xfrm>
            <a:off x="2476500" y="2571750"/>
            <a:ext cx="762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rawio2pptx:shape:dNxyNK7c78bLwvsdeMH5-28"/>
          <p:cNvSpPr/>
          <p:nvPr/>
        </p:nvSpPr>
        <p:spPr>
          <a:xfrm>
            <a:off x="3810000" y="2667000"/>
            <a:ext cx="381000" cy="3810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drawio2pptx:connector:dNxyNK7c78bLwvsdeMH5-27"/>
          <p:cNvCxnSpPr/>
          <p:nvPr/>
        </p:nvCxnSpPr>
        <p:spPr>
          <a:xfrm>
            <a:off x="2857500" y="2000250"/>
            <a:ext cx="0" cy="57150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rawio2pptx:connector:dNxyNK7c78bLwvsdeMH5-31"/>
          <p:cNvCxnSpPr/>
          <p:nvPr/>
        </p:nvCxnSpPr>
        <p:spPr>
          <a:xfrm flipV="1">
            <a:off x="4000500" y="2000250"/>
            <a:ext cx="0" cy="66675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rawio2pptx:connector:dNxyNK7c78bLwvsdeMH5-29"/>
          <p:cNvCxnSpPr/>
          <p:nvPr/>
        </p:nvCxnSpPr>
        <p:spPr>
          <a:xfrm>
            <a:off x="3238500" y="2857500"/>
            <a:ext cx="5715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rawio2pptx:shape:dNxyNK7c78bLwvsdeMH5-34"/>
          <p:cNvSpPr/>
          <p:nvPr/>
        </p:nvSpPr>
        <p:spPr>
          <a:xfrm>
            <a:off x="3619500" y="3619500"/>
            <a:ext cx="762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rawio2pptx:shape:dNxyNK7c78bLwvsdeMH5-36"/>
          <p:cNvSpPr/>
          <p:nvPr/>
        </p:nvSpPr>
        <p:spPr>
          <a:xfrm>
            <a:off x="4762500" y="3714750"/>
            <a:ext cx="381000" cy="3810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drawio2pptx:connector:dNxyNK7c78bLwvsdeMH5-35"/>
          <p:cNvCxnSpPr/>
          <p:nvPr/>
        </p:nvCxnSpPr>
        <p:spPr>
          <a:xfrm>
            <a:off x="4000500" y="3048000"/>
            <a:ext cx="0" cy="5715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rawio2pptx:connector:dNxyNK7c78bLwvsdeMH5-38"/>
          <p:cNvSpPr/>
          <p:nvPr/>
        </p:nvSpPr>
        <p:spPr>
          <a:xfrm>
            <a:off x="2857500" y="3143250"/>
            <a:ext cx="2095500" cy="1238250"/>
          </a:xfrm>
          <a:custGeom>
            <a:avLst/>
            <a:gdLst/>
            <a:ahLst/>
            <a:cxnLst/>
            <a:rect l="l" t="t" r="r" b="b"/>
            <a:pathLst>
              <a:path w="2095500" h="1238250">
                <a:moveTo>
                  <a:pt x="0" y="0"/>
                </a:moveTo>
                <a:lnTo>
                  <a:pt x="0" y="1238250"/>
                </a:lnTo>
                <a:lnTo>
                  <a:pt x="2095500" y="1238250"/>
                </a:lnTo>
                <a:lnTo>
                  <a:pt x="2095500" y="95250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drawio2pptx:connector:dNxyNK7c78bLwvsdeMH5-37"/>
          <p:cNvCxnSpPr/>
          <p:nvPr/>
        </p:nvCxnSpPr>
        <p:spPr>
          <a:xfrm>
            <a:off x="4381500" y="3905250"/>
            <a:ext cx="381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